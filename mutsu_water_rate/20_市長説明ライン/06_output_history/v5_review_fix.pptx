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1,597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企業債置換後1,055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充当率100%へ置換(714)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年次計画投資への置換で建設改良費が174,510千円増加するため、企業債を充当率100%方針（建設改良費−国庫補助金−工事負担金＝714百万円）へ置換し、補正予算での増額起債を前提と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341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1,206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企業債はR8以降、充当率100%（建設改良費−国庫補助金−工事負担金）へ置換し、R9に過年度建設仮勘定純額12百万円を追加借入（利率3%・40年元金均等・翌年度償還開始）。建設改良費は将来年次計画へ置換。詳細はExcel「02_R8予算_年次計画置換」等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