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到達点：理事者説明で、料金改定検討を進める必要性と次年度以降の工程を合意する。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R14〜R16は将来年次計画上、国庫補助金・工事負担金の計上がないため企業債が建設改良費と同額となる（補助制度の適用可否は未確定のため、確定後に再計算が必要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△40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168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262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380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R9〜R11は補填財源残高がマイナスとなり、一般会計支援、追加起債、投資平準化、料金改定の組合せが必要となる。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市長説明では「現金が一時的に減る」ではなく、「現行の投資・財源条件のままでは補填財源が不足し、予定工事の予算化や企業債元金償還に支障が生じるリスクがある」流れで説明する。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「改定なし」は現行料金を維持した場合、「改定あり」はR11以降にスライド10の資産維持費0％ケース（必要改定率7.3％）を反映した場合。営業収益の二重計上を是正済み。残高のマイナスは追加財源・投資平準化・料金改定のいずれかが必要であることを示すもので、資金ショートや企業債償還不能が確定したことを意味しない。内訳はExcel「07_補填財源分解」シート参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経常収支比率・料金回収率・現預金（営業費用・営業収益 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112.8%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1,422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123.2%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2,404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133.7%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3,386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・必要改定率は、二重計上除外に加え、企業債充当率100%の支払利息と建設仮勘定供用開始（減価償却・戻入）を総括原価へ統合した水準。算定根拠はExcel「06_必要改定率算定根拠」シート参照。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・現行料金のままでは補填財源がR9以降マイナスで推移（R9末△26・R10末△83百万円、現預金もR10末△24百万円）。7.3％改定でもR11末は△40百万円で、回復はR12以降となる。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・市長説明では、0％は収支均衡の比較下限、1〜2％を現実的な検討帯として示し、本来的には3％を目標として段階改定・5年後見直しを選択肢とする（議事録2回目③）。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利均等）、過年度建設仮勘定純額12百万円のR9借入、建設仮勘定の減価償却・戻入を本体へ統合済み。補填財源はR7末183百万円（0708修正版補てん財源経過表）起点の簡便推計。営業収益は「うち料金改定増収」の二重計上を是正済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150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476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434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・資産維持費0％（7.3％改定）はR13まで黒字だがR14以降は再び赤字となり、R11-R16累計も△14百万円。1％以上は全期間黒字を維持。R11-R16累計は0%=△14、1%=967、2%=1,950、3%=2,931百万円。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・0％では10年間の黒字を維持できないため、1〜2％を現実的な検討帯とし、本来的には3％を目標として段階改定・5年周期で調整する。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営業収益の二重計上を是正済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