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</a:t>
            </a:r>
            <a:r>
              <a:rPr dirty="0">
                <a:latin typeface="BIZ UDPゴシック"/>
              </a:rPr>
              <a:t>：</a:t>
            </a:r>
            <a:r>
              <a:rPr lang="ja-JP" altLang="en-US" dirty="0">
                <a:latin typeface="BIZ UDPゴシック"/>
              </a:rPr>
              <a:t>８</a:t>
            </a:r>
            <a:r>
              <a:rPr dirty="0" err="1">
                <a:latin typeface="BIZ UDPゴシック"/>
              </a:rPr>
              <a:t>月の理事者説明で、料金改定検討を進める必要性と次年度以降の工程を合意する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補填財源残高（改定なし）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△90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補填財源残高（改定あり）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△40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168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262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380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R9〜R11は補填財源残高がマイナスとなり、一般会計支援、追加起債、投資平準化、料金改定の組合せが必要となる。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</a:t>
            </a:r>
            <a:r>
              <a:rPr dirty="0">
                <a:latin typeface="BIZ UDPゴシック"/>
              </a:rPr>
              <a:t>、「</a:t>
            </a:r>
            <a:r>
              <a:rPr dirty="0" err="1">
                <a:latin typeface="BIZ UDPゴシック"/>
              </a:rPr>
              <a:t>補填財源が不足し、予定工事の予算化が難しくなる</a:t>
            </a:r>
            <a:r>
              <a:rPr dirty="0">
                <a:latin typeface="BIZ UDPゴシック"/>
              </a:rPr>
              <a:t>」</a:t>
            </a:r>
            <a:r>
              <a:rPr lang="ja-JP" altLang="en-US" dirty="0">
                <a:latin typeface="BIZ UDPゴシック"/>
              </a:rPr>
              <a:t>「そもそも企業債元金償還ができなくなる」</a:t>
            </a:r>
            <a:r>
              <a:rPr dirty="0" err="1">
                <a:latin typeface="BIZ UDPゴシック"/>
              </a:rPr>
              <a:t>流れで説明する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「改定なし」は現行料金を維持した場合、「改定あり」はR11以降にスライド10の資産維持費0％ケース（必要改定率7.3％）を反映した場合。営業収益の二重計上を是正済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経常収支比率・料金回収率・現預金（営業費用・営業収益 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112.8%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1,422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123.2%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2,404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133.7%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3,386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・現行料金のままでは補填財源がR9以降マイナスで推移（R9末△26・R10末△83百万円、現預金もR10末△24百万円）。7.3％改定でもR11末は△40百万円で、回復はR12以降となる。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利均等）、過年度建設仮勘定純額12百万円のR9借入、建設仮勘定の減価償却・戻入を本体へ統合済み。補填財源はR7末183百万円（0708修正版補てん財源経過表）起点の簡便推計。営業収益は「うち料金改定増収」の二重計上を是正済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192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150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476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434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・資産維持費0％（7.3％改定）はR13まで黒字だがR14以降は再び赤字となり、R11-R16累計も△14百万円。1％以上は全期間黒字を維持。R11-R16累計は0%=△14、1%=967、2%=1,950、3%=2,931百万円。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・0％では10年間の黒字を維持できないため、1〜2％を現実的検討帯、3％を上限として、段階改定・5年周期で調整する。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営業収益の二重計上を是正済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1461</Words>
  <Application>Microsoft Office PowerPoint</Application>
  <PresentationFormat>ワイド画面</PresentationFormat>
  <Paragraphs>490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12</cp:revision>
  <dcterms:modified xsi:type="dcterms:W3CDTF">2026-08-26T04:08:21Z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