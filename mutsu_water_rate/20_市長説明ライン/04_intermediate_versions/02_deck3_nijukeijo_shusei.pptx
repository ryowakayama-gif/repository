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Meiryo"/>
              </a:defRPr>
            </a:pPr>
            <a: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市長説明に向けた</a:t>
            </a:r>
            <a:br/>
            <a: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Meiryo"/>
              </a:defRPr>
            </a:pPr>
            <a: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Meiryo"/>
              </a:defRPr>
            </a:pPr>
            <a:r>
              <a:t>本資料の狙い</a:t>
            </a:r>
            <a:br/>
            <a:r>
              <a:t>・決算上の黒字と営業赤字の違いを明確化</a:t>
            </a:r>
            <a:br/>
            <a:r>
              <a:t>・資金残高の低下と投資財源リスクを説明</a:t>
            </a:r>
            <a:br/>
            <a:r>
              <a:t>・R9ビジョン改定・R10料金審議へ接続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Meiryo"/>
              </a:defRPr>
            </a:pPr>
            <a: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eiryo"/>
              </a:defRPr>
            </a:pPr>
            <a: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2834640"/>
                <a:gridCol w="365760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ビジョン改定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R9に水道ビジョン改定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今年度は接続論点を整理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eiryo"/>
              </a:defRPr>
            </a:pPr>
            <a: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説明上のポイント</a:t>
            </a:r>
            <a:br/>
            <a:r>
              <a:t>・純利益は黒字でも、給水収益で営業費用を賄えていない。</a:t>
            </a:r>
            <a:br/>
            <a:r>
              <a:t>・R7は料金回収率92.98％で、給水原価が供給単価を上回る。</a:t>
            </a:r>
            <a:br/>
            <a: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読み取り</a:t>
            </a:r>
            <a:br/>
            <a:r>
              <a:t>・R7は3条基準外が増加。</a:t>
            </a:r>
            <a:br/>
            <a:r>
              <a:t>・4条基準外は概ね80〜90百万円台で継続。</a:t>
            </a:r>
            <a:br/>
            <a: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Meiryo"/>
              </a:defRPr>
            </a:pPr>
            <a: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Meiryo"/>
              </a:defRPr>
            </a:pPr>
            <a: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R8当初予算の確認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収入は予算ベース、投資は年次計画ベースで整理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9326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246888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R8当初予算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作成資料等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年次計画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採用方針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水道事業費用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1,710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2,109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年次計画へ置換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eiryo"/>
              </a:defRPr>
            </a:pPr>
            <a:r>
              <a:t>R8は予算上の資本的収支不足648,682千円。一方、年次計画投資へ置換すると建設改良費が174,510千円増加するため、4条財源の再精査が必要。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投資財政計画：ビジョン計画と将来年次計画の差異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将来年次計画へ置換した場合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既存計画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将来年次計画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差額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+364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+184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886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・R8は既存計画比で約364百万円増。R10も約184百万円増。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・R7末現預金は243百万円であり、大型投資を現行財源だけで吸収する余力は限定的。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・料金改定だけでなく、起債・繰入・補助金・投資平準化を同時に設計する必要がある。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※金額は百万円単位で丸め。将来年次計画は「令和6～25年（2026.3.1）」調整後事業費計を採用。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置換後の投資財政計画：収入・支出の見方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収入・支出を年度別に整理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7630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国庫補助金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工事負担金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563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資本的支出計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1,684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1,434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916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812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R8は資本的収入を予算ベースへ修正し、建設改良費は将来年次計画へ置換。詳細はExcel「02_R8予算_年次計画置換」「SIM_R8予算置換_0%〜3%」で確認。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6.0%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20.2%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127.9%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108.2%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2,420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34.4%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149.0%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121.0%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4,385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170.2%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133.8%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97.2%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6,350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・必要改定率は、営業費用の物件費内数二重計上を除外したうえで、R11〜R15の料金算定期間で総括原価を回収する水準。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・資産維持費を高く置くほど通常の料金回収率は改善し、資産維持費込料金回収率は95〜97％台で推移する。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※現預金は百万円。営業費用二重計上修正後の03_SIM比較_R8予算反映シート本体値。建設仮勘定の追加影響は別途精査中。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R9ビジョン改定、R10料金審議、R11施行までの段階説明を設計する。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Meiryo"/>
              </a:defRPr>
            </a:pPr>
            <a: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R8決算・AM結果反映／ビジョン説明／審議会条例改正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工程管理上の要点：R8で必要性を共有し、R9でビジョンへ反映、R10で料金体系を具体化する。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・資産維持費の採用水準を政治判断の論点として整理。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  <a:gridCol w="2743200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委員構成、条例改正、審議順序、ビジョン説明の扱いを整理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設計メモ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eiryo"/>
              </a:defRPr>
            </a:pPr>
            <a:r>
              <a:t>次工程：市長説明用PPTを、R3〜R7固定・R8予算反映・投資財政SIM整合の内容で再構成する。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