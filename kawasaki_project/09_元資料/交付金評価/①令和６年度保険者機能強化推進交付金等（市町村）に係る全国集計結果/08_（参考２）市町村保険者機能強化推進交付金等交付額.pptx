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4116" r:id="rId4"/>
    <p:sldMasterId id="2147484226" r:id="rId5"/>
  </p:sldMasterIdLst>
  <p:notesMasterIdLst>
    <p:notesMasterId r:id="rId7"/>
  </p:notesMasterIdLst>
  <p:sldIdLst>
    <p:sldId id="492" r:id="rId6"/>
  </p:sldIdLst>
  <p:sldSz cx="9720263" cy="7021513"/>
  <p:notesSz cx="6807200" cy="9939338"/>
  <p:defaultTextStyle>
    <a:defPPr>
      <a:defRPr lang="ja-JP"/>
    </a:defPPr>
    <a:lvl1pPr marL="0" algn="l" defTabSz="93258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66288" algn="l" defTabSz="93258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32580" algn="l" defTabSz="93258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98867" algn="l" defTabSz="93258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65158" algn="l" defTabSz="93258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331439" algn="l" defTabSz="93258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97735" algn="l" defTabSz="93258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64024" algn="l" defTabSz="93258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730316" algn="l" defTabSz="93258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30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1" autoAdjust="0"/>
    <p:restoredTop sz="95925" autoAdjust="0"/>
  </p:normalViewPr>
  <p:slideViewPr>
    <p:cSldViewPr>
      <p:cViewPr varScale="1">
        <p:scale>
          <a:sx n="83" d="100"/>
          <a:sy n="83" d="100"/>
        </p:scale>
        <p:origin x="1116" y="96"/>
      </p:cViewPr>
      <p:guideLst>
        <p:guide orient="horz" pos="2212"/>
        <p:guide pos="30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958" y="-90"/>
      </p:cViewPr>
      <p:guideLst>
        <p:guide orient="horz" pos="3130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46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16A4E-855B-4E10-9FE2-B2029671DBBF}" type="datetimeFigureOut">
              <a:rPr kumimoji="1" lang="ja-JP" altLang="en-US" smtClean="0"/>
              <a:pPr/>
              <a:t>2024/3/7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825500" y="746125"/>
            <a:ext cx="51562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8" y="9440662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5"/>
          </p:nvPr>
        </p:nvSpPr>
        <p:spPr>
          <a:xfrm>
            <a:off x="3855354" y="9440874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3D9C0-EA71-4B3A-B74B-F2542B54A64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029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325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66288" algn="l" defTabSz="9325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32580" algn="l" defTabSz="9325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98867" algn="l" defTabSz="9325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65158" algn="l" defTabSz="9325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331439" algn="l" defTabSz="9325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97735" algn="l" defTabSz="9325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64024" algn="l" defTabSz="9325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730316" algn="l" defTabSz="9325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9021" y="2181235"/>
            <a:ext cx="8262224" cy="1505074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58039" y="3978858"/>
            <a:ext cx="6804185" cy="17943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04BCB-5A25-440B-BEBC-4E856CD9E60F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t>2024/3/7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02159-FCF7-4816-A725-D501C7B40F8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177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DFDF-52DC-47C3-A44D-BA3FBF07CE14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t>2024/3/7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02159-FCF7-4816-A725-D501C7B40F8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114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67834" y="4511980"/>
            <a:ext cx="8262224" cy="13945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67834" y="2976038"/>
            <a:ext cx="8262224" cy="153595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B233-28E6-4E5D-A829-E77C09377A2B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t>2024/3/7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02159-FCF7-4816-A725-D501C7B40F8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5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26535" y="1638373"/>
            <a:ext cx="4657626" cy="46338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346166" y="1638373"/>
            <a:ext cx="4657626" cy="46338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4A28-3956-496E-8AFA-CB677B22B36C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t>2024/3/7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1707C707-5F17-4FC9-BF63-C441C59B8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6190" y="6507930"/>
            <a:ext cx="2268061" cy="373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C0C02159-FCF7-4816-A725-D501C7B40F8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52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6015" y="281186"/>
            <a:ext cx="8748236" cy="1170252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86013" y="1571714"/>
            <a:ext cx="4294804" cy="655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86013" y="2226734"/>
            <a:ext cx="4294804" cy="40454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937762" y="1571714"/>
            <a:ext cx="4296492" cy="655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937762" y="2226734"/>
            <a:ext cx="4296492" cy="40454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30C3B-4A81-45F5-A36A-7E2F7466ED63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t>2024/3/7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02159-FCF7-4816-A725-D501C7B40F8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975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A9844-2FF2-442E-BA80-3F3042226BBF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t>2024/3/7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02159-FCF7-4816-A725-D501C7B40F8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288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40B5-4B80-4766-9D12-95BC812D89FB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t>2024/3/7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02159-FCF7-4816-A725-D501C7B40F8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06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6014" y="279560"/>
            <a:ext cx="3197900" cy="11897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00354" y="279588"/>
            <a:ext cx="5433897" cy="59926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86014" y="1469320"/>
            <a:ext cx="3197900" cy="48029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1683A-1902-4D0B-B80C-494B215189C6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t>2024/3/7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02159-FCF7-4816-A725-D501C7B40F8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498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05244" y="4915065"/>
            <a:ext cx="5832158" cy="5802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05244" y="627385"/>
            <a:ext cx="5832158" cy="421290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05244" y="5495310"/>
            <a:ext cx="5832158" cy="8240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8916B-8B89-451E-B409-8A93C9D7672B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t>2024/3/7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02159-FCF7-4816-A725-D501C7B40F8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50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26E2-6C85-4C50-B76D-6B720A4230A4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t>2024/3/7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02159-FCF7-4816-A725-D501C7B40F8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033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634457" y="281214"/>
            <a:ext cx="2369314" cy="5991041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26523" y="281214"/>
            <a:ext cx="6945939" cy="5991041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98F69-69CC-42B5-B677-CFFAC2ADFDF6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t>2024/3/7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02159-FCF7-4816-A725-D501C7B40F8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964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9020" y="2181241"/>
            <a:ext cx="8262224" cy="1505074"/>
          </a:xfr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58040" y="3978857"/>
            <a:ext cx="6804184" cy="17943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4D4D4D"/>
                </a:solidFill>
              </a:defRPr>
            </a:lvl1pPr>
            <a:lvl2pPr marL="448650" indent="0" algn="ctr">
              <a:buNone/>
              <a:defRPr/>
            </a:lvl2pPr>
            <a:lvl3pPr marL="897301" indent="0" algn="ctr">
              <a:buNone/>
              <a:defRPr/>
            </a:lvl3pPr>
            <a:lvl4pPr marL="1345951" indent="0" algn="ctr">
              <a:buNone/>
              <a:defRPr/>
            </a:lvl4pPr>
            <a:lvl5pPr marL="1794601" indent="0" algn="ctr">
              <a:buNone/>
              <a:defRPr/>
            </a:lvl5pPr>
            <a:lvl6pPr marL="2243252" indent="0" algn="ctr">
              <a:buNone/>
              <a:defRPr/>
            </a:lvl6pPr>
            <a:lvl7pPr marL="2691902" indent="0" algn="ctr">
              <a:buNone/>
              <a:defRPr/>
            </a:lvl7pPr>
            <a:lvl8pPr marL="3140553" indent="0" algn="ctr">
              <a:buNone/>
              <a:defRPr/>
            </a:lvl8pPr>
            <a:lvl9pPr marL="3589203" indent="0" algn="ctr">
              <a:buNone/>
              <a:defRPr/>
            </a:lvl9pPr>
          </a:lstStyle>
          <a:p>
            <a:r>
              <a:rPr lang="ja-JP" altLang="en-US" dirty="0"/>
              <a:t>マスタ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23389524"/>
      </p:ext>
    </p:extLst>
  </p:cSld>
  <p:clrMapOvr>
    <a:masterClrMapping/>
  </p:clrMapOvr>
  <p:transition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86013" y="1638358"/>
            <a:ext cx="8748237" cy="46338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709550620"/>
      </p:ext>
    </p:extLst>
  </p:cSld>
  <p:clrMapOvr>
    <a:masterClrMapping/>
  </p:clrMapOvr>
  <p:transition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67963" y="4511993"/>
            <a:ext cx="8262224" cy="1394550"/>
          </a:xfrm>
        </p:spPr>
        <p:txBody>
          <a:bodyPr/>
          <a:lstStyle>
            <a:lvl1pPr algn="l">
              <a:defRPr sz="3925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67963" y="2976018"/>
            <a:ext cx="8262224" cy="153595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63"/>
            </a:lvl1pPr>
            <a:lvl2pPr marL="448650" indent="0">
              <a:buNone/>
              <a:defRPr sz="1766"/>
            </a:lvl2pPr>
            <a:lvl3pPr marL="897301" indent="0">
              <a:buNone/>
              <a:defRPr sz="1570"/>
            </a:lvl3pPr>
            <a:lvl4pPr marL="1345951" indent="0">
              <a:buNone/>
              <a:defRPr sz="1374"/>
            </a:lvl4pPr>
            <a:lvl5pPr marL="1794601" indent="0">
              <a:buNone/>
              <a:defRPr sz="1374"/>
            </a:lvl5pPr>
            <a:lvl6pPr marL="2243252" indent="0">
              <a:buNone/>
              <a:defRPr sz="1374"/>
            </a:lvl6pPr>
            <a:lvl7pPr marL="2691902" indent="0">
              <a:buNone/>
              <a:defRPr sz="1374"/>
            </a:lvl7pPr>
            <a:lvl8pPr marL="3140553" indent="0">
              <a:buNone/>
              <a:defRPr sz="1374"/>
            </a:lvl8pPr>
            <a:lvl9pPr marL="3589203" indent="0">
              <a:buNone/>
              <a:defRPr sz="1374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34004129"/>
      </p:ext>
    </p:extLst>
  </p:cSld>
  <p:clrMapOvr>
    <a:masterClrMapping/>
  </p:clrMapOvr>
  <p:transition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86017" y="1638358"/>
            <a:ext cx="4299348" cy="4633874"/>
          </a:xfrm>
          <a:prstGeom prst="rect">
            <a:avLst/>
          </a:prstGeom>
        </p:spPr>
        <p:txBody>
          <a:bodyPr/>
          <a:lstStyle>
            <a:lvl1pPr>
              <a:defRPr sz="2748"/>
            </a:lvl1pPr>
            <a:lvl2pPr>
              <a:defRPr sz="2355"/>
            </a:lvl2pPr>
            <a:lvl3pPr>
              <a:defRPr sz="1963"/>
            </a:lvl3pPr>
            <a:lvl4pPr>
              <a:defRPr sz="1766"/>
            </a:lvl4pPr>
            <a:lvl5pPr>
              <a:defRPr sz="1766"/>
            </a:lvl5pPr>
            <a:lvl6pPr>
              <a:defRPr sz="1766"/>
            </a:lvl6pPr>
            <a:lvl7pPr>
              <a:defRPr sz="1766"/>
            </a:lvl7pPr>
            <a:lvl8pPr>
              <a:defRPr sz="1766"/>
            </a:lvl8pPr>
            <a:lvl9pPr>
              <a:defRPr sz="1766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34902" y="1638358"/>
            <a:ext cx="4299348" cy="4633874"/>
          </a:xfrm>
          <a:prstGeom prst="rect">
            <a:avLst/>
          </a:prstGeom>
        </p:spPr>
        <p:txBody>
          <a:bodyPr/>
          <a:lstStyle>
            <a:lvl1pPr>
              <a:defRPr sz="2748"/>
            </a:lvl1pPr>
            <a:lvl2pPr>
              <a:defRPr sz="2355"/>
            </a:lvl2pPr>
            <a:lvl3pPr>
              <a:defRPr sz="1963"/>
            </a:lvl3pPr>
            <a:lvl4pPr>
              <a:defRPr sz="1766"/>
            </a:lvl4pPr>
            <a:lvl5pPr>
              <a:defRPr sz="1766"/>
            </a:lvl5pPr>
            <a:lvl6pPr>
              <a:defRPr sz="1766"/>
            </a:lvl6pPr>
            <a:lvl7pPr>
              <a:defRPr sz="1766"/>
            </a:lvl7pPr>
            <a:lvl8pPr>
              <a:defRPr sz="1766"/>
            </a:lvl8pPr>
            <a:lvl9pPr>
              <a:defRPr sz="1766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186559839"/>
      </p:ext>
    </p:extLst>
  </p:cSld>
  <p:clrMapOvr>
    <a:masterClrMapping/>
  </p:clrMapOvr>
  <p:transition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6013" y="281186"/>
            <a:ext cx="8748237" cy="1170252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86013" y="1571714"/>
            <a:ext cx="4294674" cy="6550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55" b="1"/>
            </a:lvl1pPr>
            <a:lvl2pPr marL="448650" indent="0">
              <a:buNone/>
              <a:defRPr sz="1963" b="1"/>
            </a:lvl2pPr>
            <a:lvl3pPr marL="897301" indent="0">
              <a:buNone/>
              <a:defRPr sz="1766" b="1"/>
            </a:lvl3pPr>
            <a:lvl4pPr marL="1345951" indent="0">
              <a:buNone/>
              <a:defRPr sz="1570" b="1"/>
            </a:lvl4pPr>
            <a:lvl5pPr marL="1794601" indent="0">
              <a:buNone/>
              <a:defRPr sz="1570" b="1"/>
            </a:lvl5pPr>
            <a:lvl6pPr marL="2243252" indent="0">
              <a:buNone/>
              <a:defRPr sz="1570" b="1"/>
            </a:lvl6pPr>
            <a:lvl7pPr marL="2691902" indent="0">
              <a:buNone/>
              <a:defRPr sz="1570" b="1"/>
            </a:lvl7pPr>
            <a:lvl8pPr marL="3140553" indent="0">
              <a:buNone/>
              <a:defRPr sz="1570" b="1"/>
            </a:lvl8pPr>
            <a:lvl9pPr marL="3589203" indent="0">
              <a:buNone/>
              <a:defRPr sz="157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86013" y="2226730"/>
            <a:ext cx="4294674" cy="4045497"/>
          </a:xfrm>
          <a:prstGeom prst="rect">
            <a:avLst/>
          </a:prstGeom>
        </p:spPr>
        <p:txBody>
          <a:bodyPr/>
          <a:lstStyle>
            <a:lvl1pPr>
              <a:defRPr sz="2355"/>
            </a:lvl1pPr>
            <a:lvl2pPr>
              <a:defRPr sz="1963"/>
            </a:lvl2pPr>
            <a:lvl3pPr>
              <a:defRPr sz="1766"/>
            </a:lvl3pPr>
            <a:lvl4pPr>
              <a:defRPr sz="1570"/>
            </a:lvl4pPr>
            <a:lvl5pPr>
              <a:defRPr sz="1570"/>
            </a:lvl5pPr>
            <a:lvl6pPr>
              <a:defRPr sz="1570"/>
            </a:lvl6pPr>
            <a:lvl7pPr>
              <a:defRPr sz="1570"/>
            </a:lvl7pPr>
            <a:lvl8pPr>
              <a:defRPr sz="1570"/>
            </a:lvl8pPr>
            <a:lvl9pPr>
              <a:defRPr sz="157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938024" y="1571714"/>
            <a:ext cx="4296232" cy="6550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55" b="1"/>
            </a:lvl1pPr>
            <a:lvl2pPr marL="448650" indent="0">
              <a:buNone/>
              <a:defRPr sz="1963" b="1"/>
            </a:lvl2pPr>
            <a:lvl3pPr marL="897301" indent="0">
              <a:buNone/>
              <a:defRPr sz="1766" b="1"/>
            </a:lvl3pPr>
            <a:lvl4pPr marL="1345951" indent="0">
              <a:buNone/>
              <a:defRPr sz="1570" b="1"/>
            </a:lvl4pPr>
            <a:lvl5pPr marL="1794601" indent="0">
              <a:buNone/>
              <a:defRPr sz="1570" b="1"/>
            </a:lvl5pPr>
            <a:lvl6pPr marL="2243252" indent="0">
              <a:buNone/>
              <a:defRPr sz="1570" b="1"/>
            </a:lvl6pPr>
            <a:lvl7pPr marL="2691902" indent="0">
              <a:buNone/>
              <a:defRPr sz="1570" b="1"/>
            </a:lvl7pPr>
            <a:lvl8pPr marL="3140553" indent="0">
              <a:buNone/>
              <a:defRPr sz="1570" b="1"/>
            </a:lvl8pPr>
            <a:lvl9pPr marL="3589203" indent="0">
              <a:buNone/>
              <a:defRPr sz="157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938024" y="2226730"/>
            <a:ext cx="4296232" cy="4045497"/>
          </a:xfrm>
          <a:prstGeom prst="rect">
            <a:avLst/>
          </a:prstGeom>
        </p:spPr>
        <p:txBody>
          <a:bodyPr/>
          <a:lstStyle>
            <a:lvl1pPr>
              <a:defRPr sz="2355"/>
            </a:lvl1pPr>
            <a:lvl2pPr>
              <a:defRPr sz="1963"/>
            </a:lvl2pPr>
            <a:lvl3pPr>
              <a:defRPr sz="1766"/>
            </a:lvl3pPr>
            <a:lvl4pPr>
              <a:defRPr sz="1570"/>
            </a:lvl4pPr>
            <a:lvl5pPr>
              <a:defRPr sz="1570"/>
            </a:lvl5pPr>
            <a:lvl6pPr>
              <a:defRPr sz="1570"/>
            </a:lvl6pPr>
            <a:lvl7pPr>
              <a:defRPr sz="1570"/>
            </a:lvl7pPr>
            <a:lvl8pPr>
              <a:defRPr sz="1570"/>
            </a:lvl8pPr>
            <a:lvl9pPr>
              <a:defRPr sz="157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8463922"/>
      </p:ext>
    </p:extLst>
  </p:cSld>
  <p:clrMapOvr>
    <a:masterClrMapping/>
  </p:clrMapOvr>
  <p:transition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7540295" y="6607201"/>
            <a:ext cx="2187059" cy="373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8">
                <a:solidFill>
                  <a:schemeClr val="tx1"/>
                </a:solidFill>
              </a:defRPr>
            </a:lvl1pPr>
          </a:lstStyle>
          <a:p>
            <a:fld id="{1FD3AF2E-D2BE-4FD3-AF98-104E9E31AE3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54021765"/>
      </p:ext>
    </p:extLst>
  </p:cSld>
  <p:clrMapOvr>
    <a:masterClrMapping/>
  </p:clrMapOvr>
  <p:transition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7540295" y="6648836"/>
            <a:ext cx="2187059" cy="373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8">
                <a:solidFill>
                  <a:schemeClr val="tx1"/>
                </a:solidFill>
              </a:defRPr>
            </a:lvl1pPr>
          </a:lstStyle>
          <a:p>
            <a:fld id="{1FD3AF2E-D2BE-4FD3-AF98-104E9E31AE3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53195732"/>
      </p:ext>
    </p:extLst>
  </p:cSld>
  <p:clrMapOvr>
    <a:masterClrMapping/>
  </p:clrMapOvr>
  <p:transition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D3AF2E-D2BE-4FD3-AF98-104E9E31AE3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42441854"/>
      </p:ext>
    </p:extLst>
  </p:cSld>
  <p:clrMapOvr>
    <a:masterClrMapping/>
  </p:clrMapOvr>
  <p:transition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6013" y="279560"/>
            <a:ext cx="3198029" cy="1189756"/>
          </a:xfrm>
        </p:spPr>
        <p:txBody>
          <a:bodyPr anchor="b"/>
          <a:lstStyle>
            <a:lvl1pPr algn="l">
              <a:defRPr sz="1963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00871" y="279563"/>
            <a:ext cx="5433379" cy="5992667"/>
          </a:xfrm>
          <a:prstGeom prst="rect">
            <a:avLst/>
          </a:prstGeom>
        </p:spPr>
        <p:txBody>
          <a:bodyPr/>
          <a:lstStyle>
            <a:lvl1pPr>
              <a:defRPr sz="3140"/>
            </a:lvl1pPr>
            <a:lvl2pPr>
              <a:defRPr sz="2748"/>
            </a:lvl2pPr>
            <a:lvl3pPr>
              <a:defRPr sz="2355"/>
            </a:lvl3pPr>
            <a:lvl4pPr>
              <a:defRPr sz="1963"/>
            </a:lvl4pPr>
            <a:lvl5pPr>
              <a:defRPr sz="1963"/>
            </a:lvl5pPr>
            <a:lvl6pPr>
              <a:defRPr sz="1963"/>
            </a:lvl6pPr>
            <a:lvl7pPr>
              <a:defRPr sz="1963"/>
            </a:lvl7pPr>
            <a:lvl8pPr>
              <a:defRPr sz="1963"/>
            </a:lvl8pPr>
            <a:lvl9pPr>
              <a:defRPr sz="1963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86013" y="1469319"/>
            <a:ext cx="3198029" cy="48029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74"/>
            </a:lvl1pPr>
            <a:lvl2pPr marL="448650" indent="0">
              <a:buNone/>
              <a:defRPr sz="1178"/>
            </a:lvl2pPr>
            <a:lvl3pPr marL="897301" indent="0">
              <a:buNone/>
              <a:defRPr sz="981"/>
            </a:lvl3pPr>
            <a:lvl4pPr marL="1345951" indent="0">
              <a:buNone/>
              <a:defRPr sz="883"/>
            </a:lvl4pPr>
            <a:lvl5pPr marL="1794601" indent="0">
              <a:buNone/>
              <a:defRPr sz="883"/>
            </a:lvl5pPr>
            <a:lvl6pPr marL="2243252" indent="0">
              <a:buNone/>
              <a:defRPr sz="883"/>
            </a:lvl6pPr>
            <a:lvl7pPr marL="2691902" indent="0">
              <a:buNone/>
              <a:defRPr sz="883"/>
            </a:lvl7pPr>
            <a:lvl8pPr marL="3140553" indent="0">
              <a:buNone/>
              <a:defRPr sz="883"/>
            </a:lvl8pPr>
            <a:lvl9pPr marL="3589203" indent="0">
              <a:buNone/>
              <a:defRPr sz="883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32708667"/>
      </p:ext>
    </p:extLst>
  </p:cSld>
  <p:clrMapOvr>
    <a:masterClrMapping/>
  </p:clrMapOvr>
  <p:transition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05115" y="4915059"/>
            <a:ext cx="5832158" cy="580251"/>
          </a:xfrm>
        </p:spPr>
        <p:txBody>
          <a:bodyPr anchor="b"/>
          <a:lstStyle>
            <a:lvl1pPr algn="l">
              <a:defRPr sz="1963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05115" y="627385"/>
            <a:ext cx="5832158" cy="4212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40"/>
            </a:lvl1pPr>
            <a:lvl2pPr marL="448650" indent="0">
              <a:buNone/>
              <a:defRPr sz="2748"/>
            </a:lvl2pPr>
            <a:lvl3pPr marL="897301" indent="0">
              <a:buNone/>
              <a:defRPr sz="2355"/>
            </a:lvl3pPr>
            <a:lvl4pPr marL="1345951" indent="0">
              <a:buNone/>
              <a:defRPr sz="1963"/>
            </a:lvl4pPr>
            <a:lvl5pPr marL="1794601" indent="0">
              <a:buNone/>
              <a:defRPr sz="1963"/>
            </a:lvl5pPr>
            <a:lvl6pPr marL="2243252" indent="0">
              <a:buNone/>
              <a:defRPr sz="1963"/>
            </a:lvl6pPr>
            <a:lvl7pPr marL="2691902" indent="0">
              <a:buNone/>
              <a:defRPr sz="1963"/>
            </a:lvl7pPr>
            <a:lvl8pPr marL="3140553" indent="0">
              <a:buNone/>
              <a:defRPr sz="1963"/>
            </a:lvl8pPr>
            <a:lvl9pPr marL="3589203" indent="0">
              <a:buNone/>
              <a:defRPr sz="1963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05115" y="5495310"/>
            <a:ext cx="5832158" cy="824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74"/>
            </a:lvl1pPr>
            <a:lvl2pPr marL="448650" indent="0">
              <a:buNone/>
              <a:defRPr sz="1178"/>
            </a:lvl2pPr>
            <a:lvl3pPr marL="897301" indent="0">
              <a:buNone/>
              <a:defRPr sz="981"/>
            </a:lvl3pPr>
            <a:lvl4pPr marL="1345951" indent="0">
              <a:buNone/>
              <a:defRPr sz="883"/>
            </a:lvl4pPr>
            <a:lvl5pPr marL="1794601" indent="0">
              <a:buNone/>
              <a:defRPr sz="883"/>
            </a:lvl5pPr>
            <a:lvl6pPr marL="2243252" indent="0">
              <a:buNone/>
              <a:defRPr sz="883"/>
            </a:lvl6pPr>
            <a:lvl7pPr marL="2691902" indent="0">
              <a:buNone/>
              <a:defRPr sz="883"/>
            </a:lvl7pPr>
            <a:lvl8pPr marL="3140553" indent="0">
              <a:buNone/>
              <a:defRPr sz="883"/>
            </a:lvl8pPr>
            <a:lvl9pPr marL="3589203" indent="0">
              <a:buNone/>
              <a:defRPr sz="883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18087433"/>
      </p:ext>
    </p:extLst>
  </p:cSld>
  <p:clrMapOvr>
    <a:masterClrMapping/>
  </p:clrMapOvr>
  <p:transition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86013" y="1638358"/>
            <a:ext cx="8748237" cy="46338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50394261"/>
      </p:ext>
    </p:extLst>
  </p:cSld>
  <p:clrMapOvr>
    <a:masterClrMapping/>
  </p:clrMapOvr>
  <p:transition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992671" y="193417"/>
            <a:ext cx="2241579" cy="607881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67939" y="193417"/>
            <a:ext cx="6575198" cy="607881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218672656"/>
      </p:ext>
    </p:extLst>
  </p:cSld>
  <p:clrMapOvr>
    <a:masterClrMapping/>
  </p:clrMapOvr>
  <p:transition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D3AF2E-D2BE-4FD3-AF98-104E9E31AE3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83726"/>
      </p:ext>
    </p:extLst>
  </p:cSld>
  <p:clrMapOvr>
    <a:masterClrMapping/>
  </p:clrMapOvr>
  <p:transition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86015" y="281186"/>
            <a:ext cx="8748236" cy="1170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86015" y="1638373"/>
            <a:ext cx="8748236" cy="4633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86013" y="6507930"/>
            <a:ext cx="2268061" cy="373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1F010F8A-BB4F-4863-B19A-0B282354C370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t>2024/3/7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321091" y="6507930"/>
            <a:ext cx="3078083" cy="373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966190" y="6507930"/>
            <a:ext cx="2268061" cy="373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C0C02159-FCF7-4816-A725-D501C7B40F8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18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7" r:id="rId1"/>
    <p:sldLayoutId id="2147484118" r:id="rId2"/>
    <p:sldLayoutId id="2147484119" r:id="rId3"/>
    <p:sldLayoutId id="2147484120" r:id="rId4"/>
    <p:sldLayoutId id="2147484121" r:id="rId5"/>
    <p:sldLayoutId id="2147484122" r:id="rId6"/>
    <p:sldLayoutId id="2147484123" r:id="rId7"/>
    <p:sldLayoutId id="2147484124" r:id="rId8"/>
    <p:sldLayoutId id="2147484125" r:id="rId9"/>
    <p:sldLayoutId id="2147484126" r:id="rId10"/>
    <p:sldLayoutId id="214748412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67930" y="193419"/>
            <a:ext cx="8902454" cy="404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7540295" y="6648836"/>
            <a:ext cx="2187059" cy="373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8">
                <a:solidFill>
                  <a:schemeClr val="tx1"/>
                </a:solidFill>
              </a:defRPr>
            </a:lvl1pPr>
          </a:lstStyle>
          <a:p>
            <a:fld id="{1FD3AF2E-D2BE-4FD3-AF98-104E9E31AE3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099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7" r:id="rId1"/>
    <p:sldLayoutId id="2147484228" r:id="rId2"/>
    <p:sldLayoutId id="2147484229" r:id="rId3"/>
    <p:sldLayoutId id="2147484230" r:id="rId4"/>
    <p:sldLayoutId id="2147484231" r:id="rId5"/>
    <p:sldLayoutId id="2147484232" r:id="rId6"/>
    <p:sldLayoutId id="2147484233" r:id="rId7"/>
    <p:sldLayoutId id="2147484234" r:id="rId8"/>
    <p:sldLayoutId id="2147484235" r:id="rId9"/>
    <p:sldLayoutId id="2147484236" r:id="rId10"/>
    <p:sldLayoutId id="2147484237" r:id="rId11"/>
    <p:sldLayoutId id="2147484238" r:id="rId12"/>
    <p:sldLayoutId id="2147484239" r:id="rId13"/>
  </p:sldLayoutIdLst>
  <p:transition>
    <p:push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2159">
          <a:solidFill>
            <a:srgbClr val="5F5F5F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2159">
          <a:solidFill>
            <a:srgbClr val="5F5F5F"/>
          </a:solidFill>
          <a:latin typeface="メイリオ" pitchFamily="50" charset="-128"/>
          <a:ea typeface="メイリオ" pitchFamily="50" charset="-128"/>
          <a:cs typeface="ＭＳ Ｐゴシック" charset="-128"/>
        </a:defRPr>
      </a:lvl2pPr>
      <a:lvl3pPr algn="l" rtl="0" fontAlgn="base">
        <a:spcBef>
          <a:spcPct val="0"/>
        </a:spcBef>
        <a:spcAft>
          <a:spcPct val="0"/>
        </a:spcAft>
        <a:defRPr kumimoji="1" sz="2159">
          <a:solidFill>
            <a:srgbClr val="5F5F5F"/>
          </a:solidFill>
          <a:latin typeface="メイリオ" pitchFamily="50" charset="-128"/>
          <a:ea typeface="メイリオ" pitchFamily="50" charset="-128"/>
          <a:cs typeface="ＭＳ Ｐゴシック" charset="-128"/>
        </a:defRPr>
      </a:lvl3pPr>
      <a:lvl4pPr algn="l" rtl="0" fontAlgn="base">
        <a:spcBef>
          <a:spcPct val="0"/>
        </a:spcBef>
        <a:spcAft>
          <a:spcPct val="0"/>
        </a:spcAft>
        <a:defRPr kumimoji="1" sz="2159">
          <a:solidFill>
            <a:srgbClr val="5F5F5F"/>
          </a:solidFill>
          <a:latin typeface="メイリオ" pitchFamily="50" charset="-128"/>
          <a:ea typeface="メイリオ" pitchFamily="50" charset="-128"/>
          <a:cs typeface="ＭＳ Ｐゴシック" charset="-128"/>
        </a:defRPr>
      </a:lvl4pPr>
      <a:lvl5pPr algn="l" rtl="0" fontAlgn="base">
        <a:spcBef>
          <a:spcPct val="0"/>
        </a:spcBef>
        <a:spcAft>
          <a:spcPct val="0"/>
        </a:spcAft>
        <a:defRPr kumimoji="1" sz="2159">
          <a:solidFill>
            <a:srgbClr val="5F5F5F"/>
          </a:solidFill>
          <a:latin typeface="メイリオ" pitchFamily="50" charset="-128"/>
          <a:ea typeface="メイリオ" pitchFamily="50" charset="-128"/>
          <a:cs typeface="ＭＳ Ｐゴシック" charset="-128"/>
        </a:defRPr>
      </a:lvl5pPr>
      <a:lvl6pPr marL="448650" algn="l" rtl="0" fontAlgn="base">
        <a:spcBef>
          <a:spcPct val="0"/>
        </a:spcBef>
        <a:spcAft>
          <a:spcPct val="0"/>
        </a:spcAft>
        <a:defRPr kumimoji="1" sz="2159">
          <a:solidFill>
            <a:srgbClr val="5F5F5F"/>
          </a:solidFill>
          <a:latin typeface="メイリオ" pitchFamily="50" charset="-128"/>
          <a:ea typeface="メイリオ" pitchFamily="50" charset="-128"/>
          <a:cs typeface="ＭＳ Ｐゴシック" charset="-128"/>
        </a:defRPr>
      </a:lvl6pPr>
      <a:lvl7pPr marL="897301" algn="l" rtl="0" fontAlgn="base">
        <a:spcBef>
          <a:spcPct val="0"/>
        </a:spcBef>
        <a:spcAft>
          <a:spcPct val="0"/>
        </a:spcAft>
        <a:defRPr kumimoji="1" sz="2159">
          <a:solidFill>
            <a:srgbClr val="5F5F5F"/>
          </a:solidFill>
          <a:latin typeface="メイリオ" pitchFamily="50" charset="-128"/>
          <a:ea typeface="メイリオ" pitchFamily="50" charset="-128"/>
          <a:cs typeface="ＭＳ Ｐゴシック" charset="-128"/>
        </a:defRPr>
      </a:lvl7pPr>
      <a:lvl8pPr marL="1345951" algn="l" rtl="0" fontAlgn="base">
        <a:spcBef>
          <a:spcPct val="0"/>
        </a:spcBef>
        <a:spcAft>
          <a:spcPct val="0"/>
        </a:spcAft>
        <a:defRPr kumimoji="1" sz="2159">
          <a:solidFill>
            <a:srgbClr val="5F5F5F"/>
          </a:solidFill>
          <a:latin typeface="メイリオ" pitchFamily="50" charset="-128"/>
          <a:ea typeface="メイリオ" pitchFamily="50" charset="-128"/>
          <a:cs typeface="ＭＳ Ｐゴシック" charset="-128"/>
        </a:defRPr>
      </a:lvl8pPr>
      <a:lvl9pPr marL="1794601" algn="l" rtl="0" fontAlgn="base">
        <a:spcBef>
          <a:spcPct val="0"/>
        </a:spcBef>
        <a:spcAft>
          <a:spcPct val="0"/>
        </a:spcAft>
        <a:defRPr kumimoji="1" sz="2159">
          <a:solidFill>
            <a:srgbClr val="5F5F5F"/>
          </a:solidFill>
          <a:latin typeface="メイリオ" pitchFamily="50" charset="-128"/>
          <a:ea typeface="メイリオ" pitchFamily="50" charset="-128"/>
          <a:cs typeface="ＭＳ Ｐゴシック" charset="-128"/>
        </a:defRPr>
      </a:lvl9pPr>
    </p:titleStyle>
    <p:bodyStyle>
      <a:lvl1pPr marL="336488" indent="-336488" algn="l" rtl="0" fontAlgn="base">
        <a:spcBef>
          <a:spcPct val="20000"/>
        </a:spcBef>
        <a:spcAft>
          <a:spcPct val="0"/>
        </a:spcAft>
        <a:buChar char="•"/>
        <a:defRPr kumimoji="1" sz="3140">
          <a:solidFill>
            <a:schemeClr val="tx1"/>
          </a:solidFill>
          <a:latin typeface="+mn-lt"/>
          <a:ea typeface="+mn-ea"/>
          <a:cs typeface="+mn-cs"/>
        </a:defRPr>
      </a:lvl1pPr>
      <a:lvl2pPr marL="729057" indent="-280406" algn="l" rtl="0" fontAlgn="base">
        <a:spcBef>
          <a:spcPct val="20000"/>
        </a:spcBef>
        <a:spcAft>
          <a:spcPct val="0"/>
        </a:spcAft>
        <a:buChar char="–"/>
        <a:defRPr kumimoji="1" sz="2748">
          <a:solidFill>
            <a:schemeClr val="tx1"/>
          </a:solidFill>
          <a:latin typeface="+mn-lt"/>
          <a:ea typeface="+mn-ea"/>
        </a:defRPr>
      </a:lvl2pPr>
      <a:lvl3pPr marL="1121626" indent="-224325" algn="l" rtl="0" fontAlgn="base">
        <a:spcBef>
          <a:spcPct val="20000"/>
        </a:spcBef>
        <a:spcAft>
          <a:spcPct val="0"/>
        </a:spcAft>
        <a:buChar char="•"/>
        <a:defRPr kumimoji="1" sz="2355">
          <a:solidFill>
            <a:schemeClr val="tx1"/>
          </a:solidFill>
          <a:latin typeface="+mn-lt"/>
          <a:ea typeface="+mn-ea"/>
        </a:defRPr>
      </a:lvl3pPr>
      <a:lvl4pPr marL="1570276" indent="-224325" algn="l" rtl="0" fontAlgn="base">
        <a:spcBef>
          <a:spcPct val="20000"/>
        </a:spcBef>
        <a:spcAft>
          <a:spcPct val="0"/>
        </a:spcAft>
        <a:buChar char="–"/>
        <a:defRPr kumimoji="1" sz="1963">
          <a:solidFill>
            <a:schemeClr val="tx1"/>
          </a:solidFill>
          <a:latin typeface="+mn-lt"/>
          <a:ea typeface="+mn-ea"/>
        </a:defRPr>
      </a:lvl4pPr>
      <a:lvl5pPr marL="2018927" indent="-224325" algn="l" rtl="0" fontAlgn="base">
        <a:spcBef>
          <a:spcPct val="20000"/>
        </a:spcBef>
        <a:spcAft>
          <a:spcPct val="0"/>
        </a:spcAft>
        <a:buChar char="»"/>
        <a:defRPr kumimoji="1" sz="1963">
          <a:solidFill>
            <a:schemeClr val="tx1"/>
          </a:solidFill>
          <a:latin typeface="+mn-lt"/>
          <a:ea typeface="+mn-ea"/>
        </a:defRPr>
      </a:lvl5pPr>
      <a:lvl6pPr marL="2467577" indent="-224325" algn="l" rtl="0" fontAlgn="base">
        <a:spcBef>
          <a:spcPct val="20000"/>
        </a:spcBef>
        <a:spcAft>
          <a:spcPct val="0"/>
        </a:spcAft>
        <a:buChar char="»"/>
        <a:defRPr kumimoji="1" sz="1963">
          <a:solidFill>
            <a:schemeClr val="tx1"/>
          </a:solidFill>
          <a:latin typeface="+mn-lt"/>
          <a:ea typeface="+mn-ea"/>
        </a:defRPr>
      </a:lvl6pPr>
      <a:lvl7pPr marL="2916227" indent="-224325" algn="l" rtl="0" fontAlgn="base">
        <a:spcBef>
          <a:spcPct val="20000"/>
        </a:spcBef>
        <a:spcAft>
          <a:spcPct val="0"/>
        </a:spcAft>
        <a:buChar char="»"/>
        <a:defRPr kumimoji="1" sz="1963">
          <a:solidFill>
            <a:schemeClr val="tx1"/>
          </a:solidFill>
          <a:latin typeface="+mn-lt"/>
          <a:ea typeface="+mn-ea"/>
        </a:defRPr>
      </a:lvl7pPr>
      <a:lvl8pPr marL="3364878" indent="-224325" algn="l" rtl="0" fontAlgn="base">
        <a:spcBef>
          <a:spcPct val="20000"/>
        </a:spcBef>
        <a:spcAft>
          <a:spcPct val="0"/>
        </a:spcAft>
        <a:buChar char="»"/>
        <a:defRPr kumimoji="1" sz="1963">
          <a:solidFill>
            <a:schemeClr val="tx1"/>
          </a:solidFill>
          <a:latin typeface="+mn-lt"/>
          <a:ea typeface="+mn-ea"/>
        </a:defRPr>
      </a:lvl8pPr>
      <a:lvl9pPr marL="3813528" indent="-224325" algn="l" rtl="0" fontAlgn="base">
        <a:spcBef>
          <a:spcPct val="20000"/>
        </a:spcBef>
        <a:spcAft>
          <a:spcPct val="0"/>
        </a:spcAft>
        <a:buChar char="»"/>
        <a:defRPr kumimoji="1" sz="196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897301" rtl="0" eaLnBrk="1" latinLnBrk="0" hangingPunct="1">
        <a:defRPr kumimoji="1" sz="1766" kern="1200">
          <a:solidFill>
            <a:schemeClr val="tx1"/>
          </a:solidFill>
          <a:latin typeface="+mn-lt"/>
          <a:ea typeface="+mn-ea"/>
          <a:cs typeface="+mn-cs"/>
        </a:defRPr>
      </a:lvl1pPr>
      <a:lvl2pPr marL="448650" algn="l" defTabSz="897301" rtl="0" eaLnBrk="1" latinLnBrk="0" hangingPunct="1">
        <a:defRPr kumimoji="1" sz="1766" kern="1200">
          <a:solidFill>
            <a:schemeClr val="tx1"/>
          </a:solidFill>
          <a:latin typeface="+mn-lt"/>
          <a:ea typeface="+mn-ea"/>
          <a:cs typeface="+mn-cs"/>
        </a:defRPr>
      </a:lvl2pPr>
      <a:lvl3pPr marL="897301" algn="l" defTabSz="897301" rtl="0" eaLnBrk="1" latinLnBrk="0" hangingPunct="1">
        <a:defRPr kumimoji="1" sz="1766" kern="1200">
          <a:solidFill>
            <a:schemeClr val="tx1"/>
          </a:solidFill>
          <a:latin typeface="+mn-lt"/>
          <a:ea typeface="+mn-ea"/>
          <a:cs typeface="+mn-cs"/>
        </a:defRPr>
      </a:lvl3pPr>
      <a:lvl4pPr marL="1345951" algn="l" defTabSz="897301" rtl="0" eaLnBrk="1" latinLnBrk="0" hangingPunct="1">
        <a:defRPr kumimoji="1" sz="1766" kern="1200">
          <a:solidFill>
            <a:schemeClr val="tx1"/>
          </a:solidFill>
          <a:latin typeface="+mn-lt"/>
          <a:ea typeface="+mn-ea"/>
          <a:cs typeface="+mn-cs"/>
        </a:defRPr>
      </a:lvl4pPr>
      <a:lvl5pPr marL="1794601" algn="l" defTabSz="897301" rtl="0" eaLnBrk="1" latinLnBrk="0" hangingPunct="1">
        <a:defRPr kumimoji="1" sz="1766" kern="1200">
          <a:solidFill>
            <a:schemeClr val="tx1"/>
          </a:solidFill>
          <a:latin typeface="+mn-lt"/>
          <a:ea typeface="+mn-ea"/>
          <a:cs typeface="+mn-cs"/>
        </a:defRPr>
      </a:lvl5pPr>
      <a:lvl6pPr marL="2243252" algn="l" defTabSz="897301" rtl="0" eaLnBrk="1" latinLnBrk="0" hangingPunct="1">
        <a:defRPr kumimoji="1" sz="1766" kern="1200">
          <a:solidFill>
            <a:schemeClr val="tx1"/>
          </a:solidFill>
          <a:latin typeface="+mn-lt"/>
          <a:ea typeface="+mn-ea"/>
          <a:cs typeface="+mn-cs"/>
        </a:defRPr>
      </a:lvl6pPr>
      <a:lvl7pPr marL="2691902" algn="l" defTabSz="897301" rtl="0" eaLnBrk="1" latinLnBrk="0" hangingPunct="1">
        <a:defRPr kumimoji="1" sz="1766" kern="1200">
          <a:solidFill>
            <a:schemeClr val="tx1"/>
          </a:solidFill>
          <a:latin typeface="+mn-lt"/>
          <a:ea typeface="+mn-ea"/>
          <a:cs typeface="+mn-cs"/>
        </a:defRPr>
      </a:lvl7pPr>
      <a:lvl8pPr marL="3140553" algn="l" defTabSz="897301" rtl="0" eaLnBrk="1" latinLnBrk="0" hangingPunct="1">
        <a:defRPr kumimoji="1" sz="1766" kern="1200">
          <a:solidFill>
            <a:schemeClr val="tx1"/>
          </a:solidFill>
          <a:latin typeface="+mn-lt"/>
          <a:ea typeface="+mn-ea"/>
          <a:cs typeface="+mn-cs"/>
        </a:defRPr>
      </a:lvl8pPr>
      <a:lvl9pPr marL="3589203" algn="l" defTabSz="897301" rtl="0" eaLnBrk="1" latinLnBrk="0" hangingPunct="1">
        <a:defRPr kumimoji="1" sz="17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-2" y="0"/>
            <a:ext cx="9720263" cy="43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679" tIns="44840" rIns="89679" bIns="44840" anchor="ctr"/>
          <a:lstStyle/>
          <a:p>
            <a:pPr algn="ctr" defTabSz="897444">
              <a:defRPr/>
            </a:pPr>
            <a:r>
              <a:rPr lang="en-US" altLang="ja-JP" sz="1600" b="1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2024</a:t>
            </a:r>
            <a:r>
              <a:rPr lang="ja-JP" altLang="en-US" sz="1600" b="1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年度（市町村分）　保険者機能強化推進交付金等交付見込額＜推進</a:t>
            </a:r>
            <a:r>
              <a:rPr lang="en-US" altLang="ja-JP" sz="1600" b="1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+</a:t>
            </a:r>
            <a:r>
              <a:rPr lang="ja-JP" altLang="en-US" sz="1600" b="1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支援＞</a:t>
            </a:r>
            <a:endParaRPr lang="en-US" altLang="ja-JP" sz="1600" b="1" dirty="0">
              <a:solidFill>
                <a:prstClr val="whit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CD18DE0-8752-F754-61C5-3D7DDC75A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0" y="486420"/>
            <a:ext cx="9357360" cy="603961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CF6B1E-4C02-F420-8205-07A15AB5B6F8}"/>
              </a:ext>
            </a:extLst>
          </p:cNvPr>
          <p:cNvSpPr txBox="1"/>
          <p:nvPr/>
        </p:nvSpPr>
        <p:spPr>
          <a:xfrm>
            <a:off x="36131" y="6606756"/>
            <a:ext cx="97202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 dirty="0">
                <a:latin typeface="HGｺﾞｼｯｸM" panose="020B0609000000000000" pitchFamily="49" charset="-128"/>
                <a:ea typeface="HGｺﾞｼｯｸM" panose="020B0609000000000000" pitchFamily="49" charset="-128"/>
              </a:rPr>
              <a:t>※</a:t>
            </a:r>
            <a:r>
              <a:rPr kumimoji="1" lang="ja-JP" altLang="en-US" sz="900" dirty="0">
                <a:latin typeface="HGｺﾞｼｯｸM" panose="020B0609000000000000" pitchFamily="49" charset="-128"/>
                <a:ea typeface="HGｺﾞｼｯｸM" panose="020B0609000000000000" pitchFamily="49" charset="-128"/>
              </a:rPr>
              <a:t>　令和５年</a:t>
            </a:r>
            <a:r>
              <a:rPr kumimoji="1" lang="en-US" altLang="ja-JP" sz="900" dirty="0">
                <a:latin typeface="HGｺﾞｼｯｸM" panose="020B0609000000000000" pitchFamily="49" charset="-128"/>
                <a:ea typeface="HGｺﾞｼｯｸM" panose="020B0609000000000000" pitchFamily="49" charset="-128"/>
              </a:rPr>
              <a:t>12</a:t>
            </a:r>
            <a:r>
              <a:rPr kumimoji="1" lang="ja-JP" altLang="en-US" sz="900" dirty="0">
                <a:latin typeface="HGｺﾞｼｯｸM" panose="020B0609000000000000" pitchFamily="49" charset="-128"/>
                <a:ea typeface="HGｺﾞｼｯｸM" panose="020B0609000000000000" pitchFamily="49" charset="-128"/>
              </a:rPr>
              <a:t>月</a:t>
            </a:r>
            <a:r>
              <a:rPr kumimoji="1" lang="en-US" altLang="ja-JP" sz="900" dirty="0">
                <a:latin typeface="HGｺﾞｼｯｸM" panose="020B0609000000000000" pitchFamily="49" charset="-128"/>
                <a:ea typeface="HGｺﾞｼｯｸM" panose="020B0609000000000000" pitchFamily="49" charset="-128"/>
              </a:rPr>
              <a:t>27</a:t>
            </a:r>
            <a:r>
              <a:rPr kumimoji="1" lang="ja-JP" altLang="en-US" sz="900" dirty="0">
                <a:latin typeface="HGｺﾞｼｯｸM" panose="020B0609000000000000" pitchFamily="49" charset="-128"/>
                <a:ea typeface="HGｺﾞｼｯｸM" panose="020B0609000000000000" pitchFamily="49" charset="-128"/>
              </a:rPr>
              <a:t>日の交付見込額（案）から所要見込額調査による調整を経て内示額に置きかえたもの。</a:t>
            </a:r>
          </a:p>
        </p:txBody>
      </p:sp>
    </p:spTree>
    <p:extLst>
      <p:ext uri="{BB962C8B-B14F-4D97-AF65-F5344CB8AC3E}">
        <p14:creationId xmlns:p14="http://schemas.microsoft.com/office/powerpoint/2010/main" val="3517694762"/>
      </p:ext>
    </p:extLst>
  </p:cSld>
  <p:clrMapOvr>
    <a:masterClrMapping/>
  </p:clrMapOvr>
</p:sld>
</file>

<file path=ppt/theme/theme1.xml><?xml version="1.0" encoding="utf-8"?>
<a:theme xmlns:a="http://schemas.openxmlformats.org/drawingml/2006/main" name="10_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標準デザイン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6_標準デザイン">
      <a:majorFont>
        <a:latin typeface="メイリオ"/>
        <a:ea typeface="メイリオ"/>
        <a:cs typeface="ＭＳ Ｐゴシック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40000"/>
          </a:lnSpc>
          <a:spcBef>
            <a:spcPct val="1000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200" b="0" i="0" u="none" strike="noStrike" cap="none" normalizeH="0" baseline="0" smtClean="0">
            <a:ln>
              <a:noFill/>
            </a:ln>
            <a:solidFill>
              <a:srgbClr val="4D4D4D"/>
            </a:solidFill>
            <a:effectLst/>
            <a:latin typeface="Arial" charset="0"/>
            <a:ea typeface="メイリオ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40000"/>
          </a:lnSpc>
          <a:spcBef>
            <a:spcPct val="1000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200" b="0" i="0" u="none" strike="noStrike" cap="none" normalizeH="0" baseline="0" smtClean="0">
            <a:ln>
              <a:noFill/>
            </a:ln>
            <a:solidFill>
              <a:srgbClr val="4D4D4D"/>
            </a:solidFill>
            <a:effectLst/>
            <a:latin typeface="Arial" charset="0"/>
            <a:ea typeface="メイリオ" pitchFamily="50" charset="-128"/>
          </a:defRPr>
        </a:defPPr>
      </a:lstStyle>
    </a:lnDef>
  </a:objectDefaults>
  <a:extraClrSchemeLst>
    <a:extraClrScheme>
      <a:clrScheme name="6_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DA299AC048A4B8EA9C1D19079C1A32200D4BA6E4072147443AA2C1B34B3717A1B" ma:contentTypeVersion="11" ma:contentTypeDescription="" ma:contentTypeScope="" ma:versionID="762a6e4a9a4153f9796459f9c794b8d7">
  <xsd:schema xmlns:xsd="http://www.w3.org/2001/XMLSchema" xmlns:p="http://schemas.microsoft.com/office/2006/metadata/properties" xmlns:ns2="8B97BE19-CDDD-400E-817A-CFDD13F7EC12" xmlns:ns3="0ef2a5cc-7d16-4df6-bf14-9981dc03bc23" targetNamespace="http://schemas.microsoft.com/office/2006/metadata/properties" ma:root="true" ma:fieldsID="07fb1622a88bacec97282dff94a6d9c4" ns2:_="" ns3:_="">
    <xsd:import namespace="8B97BE19-CDDD-400E-817A-CFDD13F7EC12"/>
    <xsd:import namespace="0ef2a5cc-7d16-4df6-bf14-9981dc03bc23"/>
    <xsd:element name="properties">
      <xsd:complexType>
        <xsd:sequence>
          <xsd:element name="documentManagement">
            <xsd:complexType>
              <xsd:all>
                <xsd:element ref="ns2:ClassLarge" minOccurs="0"/>
                <xsd:element ref="ns2:ClassMedium" minOccurs="0"/>
                <xsd:element ref="ns2:ClassSmall" minOccurs="0"/>
                <xsd:element ref="ns2:GyoseiFile" minOccurs="0"/>
                <xsd:element ref="ns2:CreatedBy" minOccurs="0"/>
                <xsd:element ref="ns2:PreservationPeriod" minOccurs="0"/>
                <xsd:element ref="ns2:PreservationPeriodExpire" minOccurs="0"/>
                <xsd:element ref="ns2:CreatedDate" minOccurs="0"/>
                <xsd:element ref="ns2:FixationStatus" minOccurs="0"/>
                <xsd:element ref="ns2:EditorWithSpace" minOccurs="0"/>
                <xsd:element ref="ns3:DaibunruiID" minOccurs="0"/>
                <xsd:element ref="ns3:ChuubunruiID" minOccurs="0"/>
                <xsd:element ref="ns3:SyoubunruiID" minOccurs="0"/>
                <xsd:element ref="ns3:GyouseibunsyoID" minOccurs="0"/>
                <xsd:element ref="ns3:Renkei" minOccurs="0"/>
                <xsd:element ref="ns3:Flag01" minOccurs="0"/>
                <xsd:element ref="ns3:Yobi01" minOccurs="0"/>
                <xsd:element ref="ns3:Yobi02" minOccurs="0"/>
                <xsd:element ref="ns3:Yobi03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8B97BE19-CDDD-400E-817A-CFDD13F7EC12" elementFormDefault="qualified">
    <xsd:import namespace="http://schemas.microsoft.com/office/2006/documentManagement/types"/>
    <xsd:element name="ClassLarge" ma:index="8" nillable="true" ma:displayName="大分類" ma:hidden="true" ma:internalName="ClassLarge" ma:readOnly="true">
      <xsd:simpleType>
        <xsd:restriction base="dms:Unknown"/>
      </xsd:simpleType>
    </xsd:element>
    <xsd:element name="ClassMedium" ma:index="9" nillable="true" ma:displayName="中分類" ma:hidden="true" ma:internalName="ClassMedium" ma:readOnly="true">
      <xsd:simpleType>
        <xsd:restriction base="dms:Unknown"/>
      </xsd:simpleType>
    </xsd:element>
    <xsd:element name="ClassSmall" ma:index="10" nillable="true" ma:displayName="小分類" ma:hidden="true" ma:internalName="ClassSmall" ma:readOnly="true">
      <xsd:simpleType>
        <xsd:restriction base="dms:Unknown"/>
      </xsd:simpleType>
    </xsd:element>
    <xsd:element name="GyoseiFile" ma:index="11" nillable="true" ma:displayName="行政文書ファイル名" ma:hidden="true" ma:internalName="GyoseiFile" ma:readOnly="true">
      <xsd:simpleType>
        <xsd:restriction base="dms:Unknown"/>
      </xsd:simpleType>
    </xsd:element>
    <xsd:element name="CreatedBy" ma:index="12" nillable="true" ma:displayName="作成課/係・作成者" ma:hidden="true" ma:internalName="CreatedBy" ma:readOnly="true">
      <xsd:simpleType>
        <xsd:restriction base="dms:Unknown"/>
      </xsd:simpleType>
    </xsd:element>
    <xsd:element name="PreservationPeriod" ma:index="13" nillable="true" ma:displayName="保存期間" ma:hidden="true" ma:internalName="PreservationPeriod" ma:readOnly="true">
      <xsd:simpleType>
        <xsd:restriction base="dms:Unknown"/>
      </xsd:simpleType>
    </xsd:element>
    <xsd:element name="PreservationPeriodExpire" ma:index="14" nillable="true" ma:displayName="保存期間満了時期" ma:format="DateOnly" ma:hidden="true" ma:internalName="PreservationPeriodExpire" ma:readOnly="true">
      <xsd:simpleType>
        <xsd:restriction base="dms:Unknown"/>
      </xsd:simpleType>
    </xsd:element>
    <xsd:element name="CreatedDate" ma:index="15" nillable="true" ma:displayName="作成年月日" ma:hidden="true" ma:internalName="CreatedDate" ma:readOnly="true">
      <xsd:simpleType>
        <xsd:restriction base="dms:Unknown"/>
      </xsd:simpleType>
    </xsd:element>
    <xsd:element name="FixationStatus" ma:index="16" nillable="true" ma:displayName="確定状況" ma:hidden="true" ma:internalName="FixationStatus" ma:readOnly="true">
      <xsd:simpleType>
        <xsd:restriction base="dms:Unknown"/>
      </xsd:simpleType>
    </xsd:element>
    <xsd:element name="EditorWithSpace" ma:index="18" nillable="true" ma:displayName="更新者　　　　　　" ma:hidden="true" ma:internalName="EditorWithSpace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dms="http://schemas.microsoft.com/office/2006/documentManagement/types" targetNamespace="0ef2a5cc-7d16-4df6-bf14-9981dc03bc23" elementFormDefault="qualified">
    <xsd:import namespace="http://schemas.microsoft.com/office/2006/documentManagement/types"/>
    <xsd:element name="DaibunruiID" ma:index="19" nillable="true" ma:displayName="大分類ID" ma:description="" ma:hidden="true" ma:internalName="DaibunruiID" ma:readOnly="true">
      <xsd:simpleType>
        <xsd:restriction base="dms:Text"/>
      </xsd:simpleType>
    </xsd:element>
    <xsd:element name="ChuubunruiID" ma:index="20" nillable="true" ma:displayName="中分類ID" ma:description="" ma:hidden="true" ma:internalName="ChuubunruiID" ma:readOnly="true">
      <xsd:simpleType>
        <xsd:restriction base="dms:Text"/>
      </xsd:simpleType>
    </xsd:element>
    <xsd:element name="SyoubunruiID" ma:index="21" nillable="true" ma:displayName="小分類ID" ma:description="" ma:hidden="true" ma:internalName="SyoubunruiID" ma:readOnly="true">
      <xsd:simpleType>
        <xsd:restriction base="dms:Text"/>
      </xsd:simpleType>
    </xsd:element>
    <xsd:element name="GyouseibunsyoID" ma:index="22" nillable="true" ma:displayName="行政文書ファイル名ID" ma:description="" ma:hidden="true" ma:internalName="GyouseibunsyoID" ma:readOnly="true">
      <xsd:simpleType>
        <xsd:restriction base="dms:Text"/>
      </xsd:simpleType>
    </xsd:element>
    <xsd:element name="Renkei" ma:index="23" nillable="true" ma:displayName="行政文書連携フラグ" ma:description="" ma:hidden="true" ma:internalName="Renkei" ma:readOnly="true">
      <xsd:simpleType>
        <xsd:restriction base="dms:Text"/>
      </xsd:simpleType>
    </xsd:element>
    <xsd:element name="Flag01" ma:index="24" nillable="true" ma:displayName="予備フラグ" ma:description="" ma:hidden="true" ma:internalName="Flag01" ma:readOnly="true">
      <xsd:simpleType>
        <xsd:restriction base="dms:Text"/>
      </xsd:simpleType>
    </xsd:element>
    <xsd:element name="Yobi01" ma:index="25" nillable="true" ma:displayName="予備列01" ma:description="" ma:hidden="true" ma:internalName="Yobi01" ma:readOnly="true">
      <xsd:simpleType>
        <xsd:restriction base="dms:Text"/>
      </xsd:simpleType>
    </xsd:element>
    <xsd:element name="Yobi02" ma:index="26" nillable="true" ma:displayName="予備列02" ma:description="" ma:hidden="true" ma:internalName="Yobi02" ma:readOnly="true">
      <xsd:simpleType>
        <xsd:restriction base="dms:Text"/>
      </xsd:simpleType>
    </xsd:element>
    <xsd:element name="Yobi03" ma:index="27" nillable="true" ma:displayName="予備列03" ma:description="" ma:hidden="true" ma:internalName="Yobi03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 ma:readOnly="true"/>
        <xsd:element ref="dc:title" minOccurs="0" maxOccurs="1" ma:index="17" ma:displayName="タイトル" ma:readOnly="tru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5222D843-2CD8-465F-A615-3B281B3213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97BE19-CDDD-400E-817A-CFDD13F7EC12"/>
    <ds:schemaRef ds:uri="0ef2a5cc-7d16-4df6-bf14-9981dc03bc2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5667B8BB-0558-4E9C-85AB-E9D88A9B51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C59075-9183-416C-86FD-365AA21CC7E6}">
  <ds:schemaRefs>
    <ds:schemaRef ds:uri="http://schemas.microsoft.com/office/2006/metadata/properties"/>
    <ds:schemaRef ds:uri="8B97BE19-CDDD-400E-817A-CFDD13F7EC12"/>
    <ds:schemaRef ds:uri="http://schemas.openxmlformats.org/package/2006/metadata/core-properties"/>
    <ds:schemaRef ds:uri="0ef2a5cc-7d16-4df6-bf14-9981dc03bc23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9754</TotalTime>
  <Words>48</Words>
  <Application>Microsoft Office PowerPoint</Application>
  <PresentationFormat>ユーザー設定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HGｺﾞｼｯｸM</vt:lpstr>
      <vt:lpstr>Meiryo UI</vt:lpstr>
      <vt:lpstr>メイリオ</vt:lpstr>
      <vt:lpstr>Arial</vt:lpstr>
      <vt:lpstr>Calibri</vt:lpstr>
      <vt:lpstr>10_Office ​​テーマ</vt:lpstr>
      <vt:lpstr>6_標準デザイン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（参考２）市町村交付額</dc:title>
  <dc:subject/>
  <dc:creator/>
  <cp:keywords/>
  <dc:description/>
  <cp:lastModifiedBy>大久保 美佳(ookubo-mika.rw2)</cp:lastModifiedBy>
  <cp:revision>999</cp:revision>
  <cp:lastPrinted>2023-12-22T10:44:43Z</cp:lastPrinted>
  <dcterms:created xsi:type="dcterms:W3CDTF">2012-06-14T05:51:29Z</dcterms:created>
  <dcterms:modified xsi:type="dcterms:W3CDTF">2024-03-07T08:42:17Z</dcterms:modified>
  <cp:category/>
  <cp:contentStatus/>
  <dc:language>加藤 昭宏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0x0101002DA299AC048A4B8EA9C1D19079C1A32200D4BA6E4072147443AA2C1B34B3717A1B</vt:lpwstr>
  </property>
</Properties>
</file>